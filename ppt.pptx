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2" r:id="rId5"/>
    <p:sldId id="275" r:id="rId6"/>
    <p:sldId id="270" r:id="rId7"/>
    <p:sldId id="291" r:id="rId8"/>
    <p:sldId id="293" r:id="rId9"/>
    <p:sldId id="277" r:id="rId10"/>
    <p:sldId id="278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0A357-7E4B-4BCB-A812-B828C06C7668}" v="42" dt="2026-02-02T08:38:36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Bharath" userId="e4845cb436bf9c0e" providerId="LiveId" clId="{E4DF3256-23C1-4E8A-9D40-4E75BCDE1125}"/>
    <pc:docChg chg="undo redo custSel addSld delSld modSld sldOrd">
      <pc:chgData name="Bharath Bharath" userId="e4845cb436bf9c0e" providerId="LiveId" clId="{E4DF3256-23C1-4E8A-9D40-4E75BCDE1125}" dt="2026-02-02T10:08:18.409" v="1114" actId="1076"/>
      <pc:docMkLst>
        <pc:docMk/>
      </pc:docMkLst>
      <pc:sldChg chg="modSp mod">
        <pc:chgData name="Bharath Bharath" userId="e4845cb436bf9c0e" providerId="LiveId" clId="{E4DF3256-23C1-4E8A-9D40-4E75BCDE1125}" dt="2026-02-02T09:31:14.433" v="1113" actId="20577"/>
        <pc:sldMkLst>
          <pc:docMk/>
          <pc:sldMk cId="3784920540" sldId="256"/>
        </pc:sldMkLst>
        <pc:spChg chg="mod">
          <ac:chgData name="Bharath Bharath" userId="e4845cb436bf9c0e" providerId="LiveId" clId="{E4DF3256-23C1-4E8A-9D40-4E75BCDE1125}" dt="2026-01-08T05:57:22.303" v="318" actId="1076"/>
          <ac:spMkLst>
            <pc:docMk/>
            <pc:sldMk cId="3784920540" sldId="256"/>
            <ac:spMk id="4" creationId="{A9C366C9-E5E1-916F-2573-D2C531AE791B}"/>
          </ac:spMkLst>
        </pc:spChg>
        <pc:spChg chg="mod">
          <ac:chgData name="Bharath Bharath" userId="e4845cb436bf9c0e" providerId="LiveId" clId="{E4DF3256-23C1-4E8A-9D40-4E75BCDE1125}" dt="2026-01-08T05:57:52.672" v="342" actId="20577"/>
          <ac:spMkLst>
            <pc:docMk/>
            <pc:sldMk cId="3784920540" sldId="256"/>
            <ac:spMk id="5" creationId="{906EB7B2-5411-874C-2548-264E7638E070}"/>
          </ac:spMkLst>
        </pc:spChg>
        <pc:spChg chg="mod">
          <ac:chgData name="Bharath Bharath" userId="e4845cb436bf9c0e" providerId="LiveId" clId="{E4DF3256-23C1-4E8A-9D40-4E75BCDE1125}" dt="2026-02-02T09:31:14.433" v="1113" actId="20577"/>
          <ac:spMkLst>
            <pc:docMk/>
            <pc:sldMk cId="3784920540" sldId="256"/>
            <ac:spMk id="8" creationId="{2EE52ECA-58E8-A309-4CCE-6957D307FF71}"/>
          </ac:spMkLst>
        </pc:spChg>
        <pc:spChg chg="mod">
          <ac:chgData name="Bharath Bharath" userId="e4845cb436bf9c0e" providerId="LiveId" clId="{E4DF3256-23C1-4E8A-9D40-4E75BCDE1125}" dt="2026-02-02T02:42:53.249" v="783" actId="20577"/>
          <ac:spMkLst>
            <pc:docMk/>
            <pc:sldMk cId="3784920540" sldId="256"/>
            <ac:spMk id="9" creationId="{03DF2B45-84F1-185F-3FB6-49A762F98A3F}"/>
          </ac:spMkLst>
        </pc:spChg>
        <pc:spChg chg="mod">
          <ac:chgData name="Bharath Bharath" userId="e4845cb436bf9c0e" providerId="LiveId" clId="{E4DF3256-23C1-4E8A-9D40-4E75BCDE1125}" dt="2026-02-02T09:31:14.016" v="1112" actId="20577"/>
          <ac:spMkLst>
            <pc:docMk/>
            <pc:sldMk cId="3784920540" sldId="256"/>
            <ac:spMk id="10" creationId="{B13A24AE-503A-A6C6-8DA7-D8E36405B307}"/>
          </ac:spMkLst>
        </pc:spChg>
      </pc:sldChg>
      <pc:sldChg chg="addSp delSp modSp add mod">
        <pc:chgData name="Bharath Bharath" userId="e4845cb436bf9c0e" providerId="LiveId" clId="{E4DF3256-23C1-4E8A-9D40-4E75BCDE1125}" dt="2026-02-02T06:03:50.478" v="962" actId="113"/>
        <pc:sldMkLst>
          <pc:docMk/>
          <pc:sldMk cId="125464686" sldId="270"/>
        </pc:sldMkLst>
        <pc:spChg chg="mod">
          <ac:chgData name="Bharath Bharath" userId="e4845cb436bf9c0e" providerId="LiveId" clId="{E4DF3256-23C1-4E8A-9D40-4E75BCDE1125}" dt="2026-02-02T05:59:28.666" v="938" actId="1076"/>
          <ac:spMkLst>
            <pc:docMk/>
            <pc:sldMk cId="125464686" sldId="270"/>
            <ac:spMk id="4" creationId="{5B3B1B88-CB81-6090-89FB-E6075AC53190}"/>
          </ac:spMkLst>
        </pc:spChg>
        <pc:spChg chg="add del mod">
          <ac:chgData name="Bharath Bharath" userId="e4845cb436bf9c0e" providerId="LiveId" clId="{E4DF3256-23C1-4E8A-9D40-4E75BCDE1125}" dt="2026-02-02T06:03:30.440" v="954"/>
          <ac:spMkLst>
            <pc:docMk/>
            <pc:sldMk cId="125464686" sldId="270"/>
            <ac:spMk id="16" creationId="{92174236-B5D8-45F3-A805-223266A254AE}"/>
          </ac:spMkLst>
        </pc:spChg>
        <pc:spChg chg="add mod">
          <ac:chgData name="Bharath Bharath" userId="e4845cb436bf9c0e" providerId="LiveId" clId="{E4DF3256-23C1-4E8A-9D40-4E75BCDE1125}" dt="2026-02-02T06:03:50.478" v="962" actId="113"/>
          <ac:spMkLst>
            <pc:docMk/>
            <pc:sldMk cId="125464686" sldId="270"/>
            <ac:spMk id="19" creationId="{89C4AF6C-4506-88CF-83A1-691742AB07A2}"/>
          </ac:spMkLst>
        </pc:spChg>
        <pc:spChg chg="del">
          <ac:chgData name="Bharath Bharath" userId="e4845cb436bf9c0e" providerId="LiveId" clId="{E4DF3256-23C1-4E8A-9D40-4E75BCDE1125}" dt="2026-02-02T05:50:24.677" v="875" actId="478"/>
          <ac:spMkLst>
            <pc:docMk/>
            <pc:sldMk cId="125464686" sldId="270"/>
            <ac:spMk id="23" creationId="{216D3C58-64A6-CC6F-27D7-FE152752CCDD}"/>
          </ac:spMkLst>
        </pc:spChg>
        <pc:spChg chg="del">
          <ac:chgData name="Bharath Bharath" userId="e4845cb436bf9c0e" providerId="LiveId" clId="{E4DF3256-23C1-4E8A-9D40-4E75BCDE1125}" dt="2026-02-02T05:50:33.436" v="878" actId="478"/>
          <ac:spMkLst>
            <pc:docMk/>
            <pc:sldMk cId="125464686" sldId="270"/>
            <ac:spMk id="24" creationId="{2608D126-6493-55CD-055D-95786183510A}"/>
          </ac:spMkLst>
        </pc:spChg>
        <pc:spChg chg="del">
          <ac:chgData name="Bharath Bharath" userId="e4845cb436bf9c0e" providerId="LiveId" clId="{E4DF3256-23C1-4E8A-9D40-4E75BCDE1125}" dt="2026-02-02T05:50:29.533" v="877" actId="478"/>
          <ac:spMkLst>
            <pc:docMk/>
            <pc:sldMk cId="125464686" sldId="270"/>
            <ac:spMk id="26" creationId="{53C39800-536B-26D4-8CD9-AD15A05699E8}"/>
          </ac:spMkLst>
        </pc:spChg>
        <pc:picChg chg="add del mod">
          <ac:chgData name="Bharath Bharath" userId="e4845cb436bf9c0e" providerId="LiveId" clId="{E4DF3256-23C1-4E8A-9D40-4E75BCDE1125}" dt="2026-02-02T05:51:49.772" v="900" actId="478"/>
          <ac:picMkLst>
            <pc:docMk/>
            <pc:sldMk cId="125464686" sldId="270"/>
            <ac:picMk id="2" creationId="{8A6BC0FB-0E04-C58F-C5EA-0C38E71D89E2}"/>
          </ac:picMkLst>
        </pc:picChg>
        <pc:picChg chg="del">
          <ac:chgData name="Bharath Bharath" userId="e4845cb436bf9c0e" providerId="LiveId" clId="{E4DF3256-23C1-4E8A-9D40-4E75BCDE1125}" dt="2026-02-02T05:50:26.206" v="876" actId="478"/>
          <ac:picMkLst>
            <pc:docMk/>
            <pc:sldMk cId="125464686" sldId="270"/>
            <ac:picMk id="3" creationId="{554E32C7-C34D-6E33-5E88-0EFD305C8E57}"/>
          </ac:picMkLst>
        </pc:picChg>
        <pc:picChg chg="add del mod">
          <ac:chgData name="Bharath Bharath" userId="e4845cb436bf9c0e" providerId="LiveId" clId="{E4DF3256-23C1-4E8A-9D40-4E75BCDE1125}" dt="2026-02-02T05:52:40.547" v="902" actId="478"/>
          <ac:picMkLst>
            <pc:docMk/>
            <pc:sldMk cId="125464686" sldId="270"/>
            <ac:picMk id="5" creationId="{1D059829-1D16-F445-7A6D-269FF50EF291}"/>
          </ac:picMkLst>
        </pc:picChg>
        <pc:picChg chg="add del mod">
          <ac:chgData name="Bharath Bharath" userId="e4845cb436bf9c0e" providerId="LiveId" clId="{E4DF3256-23C1-4E8A-9D40-4E75BCDE1125}" dt="2026-02-02T05:59:34.273" v="939" actId="478"/>
          <ac:picMkLst>
            <pc:docMk/>
            <pc:sldMk cId="125464686" sldId="270"/>
            <ac:picMk id="11" creationId="{3F43B047-FBAC-A93E-81EB-0EE2735B7DFD}"/>
          </ac:picMkLst>
        </pc:picChg>
        <pc:picChg chg="add mod">
          <ac:chgData name="Bharath Bharath" userId="e4845cb436bf9c0e" providerId="LiveId" clId="{E4DF3256-23C1-4E8A-9D40-4E75BCDE1125}" dt="2026-02-02T06:00:36.099" v="948" actId="1076"/>
          <ac:picMkLst>
            <pc:docMk/>
            <pc:sldMk cId="125464686" sldId="270"/>
            <ac:picMk id="13" creationId="{EB3515E1-4C7B-F48A-459D-E875078779F2}"/>
          </ac:picMkLst>
        </pc:picChg>
        <pc:picChg chg="add mod">
          <ac:chgData name="Bharath Bharath" userId="e4845cb436bf9c0e" providerId="LiveId" clId="{E4DF3256-23C1-4E8A-9D40-4E75BCDE1125}" dt="2026-02-02T06:00:42.428" v="950" actId="14100"/>
          <ac:picMkLst>
            <pc:docMk/>
            <pc:sldMk cId="125464686" sldId="270"/>
            <ac:picMk id="15" creationId="{F3D73273-6BC5-E5EB-18BF-EC08493C2F3C}"/>
          </ac:picMkLst>
        </pc:picChg>
      </pc:sldChg>
      <pc:sldChg chg="addSp delSp modSp add del mod ord">
        <pc:chgData name="Bharath Bharath" userId="e4845cb436bf9c0e" providerId="LiveId" clId="{E4DF3256-23C1-4E8A-9D40-4E75BCDE1125}" dt="2026-02-02T05:49:46.829" v="871"/>
        <pc:sldMkLst>
          <pc:docMk/>
          <pc:sldMk cId="2877170723" sldId="275"/>
        </pc:sldMkLst>
      </pc:sldChg>
      <pc:sldChg chg="addSp delSp modSp add mod">
        <pc:chgData name="Bharath Bharath" userId="e4845cb436bf9c0e" providerId="LiveId" clId="{E4DF3256-23C1-4E8A-9D40-4E75BCDE1125}" dt="2026-02-02T06:19:08.235" v="1000" actId="2710"/>
        <pc:sldMkLst>
          <pc:docMk/>
          <pc:sldMk cId="2680809462" sldId="277"/>
        </pc:sldMkLst>
        <pc:spChg chg="add mod">
          <ac:chgData name="Bharath Bharath" userId="e4845cb436bf9c0e" providerId="LiveId" clId="{E4DF3256-23C1-4E8A-9D40-4E75BCDE1125}" dt="2026-02-02T06:19:08.235" v="1000" actId="2710"/>
          <ac:spMkLst>
            <pc:docMk/>
            <pc:sldMk cId="2680809462" sldId="277"/>
            <ac:spMk id="3" creationId="{A9E3FD84-5730-7BDF-CC74-6961CDAFC909}"/>
          </ac:spMkLst>
        </pc:spChg>
        <pc:spChg chg="del mod">
          <ac:chgData name="Bharath Bharath" userId="e4845cb436bf9c0e" providerId="LiveId" clId="{E4DF3256-23C1-4E8A-9D40-4E75BCDE1125}" dt="2026-02-02T06:18:43.141" v="996"/>
          <ac:spMkLst>
            <pc:docMk/>
            <pc:sldMk cId="2680809462" sldId="277"/>
            <ac:spMk id="6" creationId="{4707E1D3-18DD-D404-9DA0-C8FE026DE310}"/>
          </ac:spMkLst>
        </pc:spChg>
      </pc:sldChg>
      <pc:sldChg chg="addSp delSp modSp add mod">
        <pc:chgData name="Bharath Bharath" userId="e4845cb436bf9c0e" providerId="LiveId" clId="{E4DF3256-23C1-4E8A-9D40-4E75BCDE1125}" dt="2026-02-02T06:22:00.063" v="1014" actId="123"/>
        <pc:sldMkLst>
          <pc:docMk/>
          <pc:sldMk cId="1018117703" sldId="278"/>
        </pc:sldMkLst>
        <pc:spChg chg="add mod">
          <ac:chgData name="Bharath Bharath" userId="e4845cb436bf9c0e" providerId="LiveId" clId="{E4DF3256-23C1-4E8A-9D40-4E75BCDE1125}" dt="2026-02-02T06:20:40.689" v="1004"/>
          <ac:spMkLst>
            <pc:docMk/>
            <pc:sldMk cId="1018117703" sldId="278"/>
            <ac:spMk id="3" creationId="{2F406A20-C537-2F3E-BCE3-784071F1C238}"/>
          </ac:spMkLst>
        </pc:spChg>
        <pc:spChg chg="add del mod">
          <ac:chgData name="Bharath Bharath" userId="e4845cb436bf9c0e" providerId="LiveId" clId="{E4DF3256-23C1-4E8A-9D40-4E75BCDE1125}" dt="2026-02-02T06:22:00.063" v="1014" actId="123"/>
          <ac:spMkLst>
            <pc:docMk/>
            <pc:sldMk cId="1018117703" sldId="278"/>
            <ac:spMk id="6" creationId="{A9C435D0-CB36-0345-56AB-DC03BA48BB26}"/>
          </ac:spMkLst>
        </pc:spChg>
      </pc:sldChg>
      <pc:sldChg chg="modSp mod">
        <pc:chgData name="Bharath Bharath" userId="e4845cb436bf9c0e" providerId="LiveId" clId="{E4DF3256-23C1-4E8A-9D40-4E75BCDE1125}" dt="2026-02-02T10:08:18.409" v="1114" actId="1076"/>
        <pc:sldMkLst>
          <pc:docMk/>
          <pc:sldMk cId="1600760183" sldId="282"/>
        </pc:sldMkLst>
        <pc:spChg chg="mod">
          <ac:chgData name="Bharath Bharath" userId="e4845cb436bf9c0e" providerId="LiveId" clId="{E4DF3256-23C1-4E8A-9D40-4E75BCDE1125}" dt="2026-02-02T10:08:18.409" v="1114" actId="1076"/>
          <ac:spMkLst>
            <pc:docMk/>
            <pc:sldMk cId="1600760183" sldId="282"/>
            <ac:spMk id="6" creationId="{466C4DAB-24ED-0E3B-CDD7-55E6E7ECFF54}"/>
          </ac:spMkLst>
        </pc:spChg>
      </pc:sldChg>
      <pc:sldChg chg="addSp delSp modSp add mod">
        <pc:chgData name="Bharath Bharath" userId="e4845cb436bf9c0e" providerId="LiveId" clId="{E4DF3256-23C1-4E8A-9D40-4E75BCDE1125}" dt="2026-02-02T07:49:12.165" v="1048" actId="1076"/>
        <pc:sldMkLst>
          <pc:docMk/>
          <pc:sldMk cId="1283076790" sldId="289"/>
        </pc:sldMkLst>
        <pc:spChg chg="add del mod">
          <ac:chgData name="Bharath Bharath" userId="e4845cb436bf9c0e" providerId="LiveId" clId="{E4DF3256-23C1-4E8A-9D40-4E75BCDE1125}" dt="2026-02-02T02:44:41.556" v="790"/>
          <ac:spMkLst>
            <pc:docMk/>
            <pc:sldMk cId="1283076790" sldId="289"/>
            <ac:spMk id="2" creationId="{070DB217-A457-3C96-148F-F9737B449F13}"/>
          </ac:spMkLst>
        </pc:spChg>
        <pc:spChg chg="mod">
          <ac:chgData name="Bharath Bharath" userId="e4845cb436bf9c0e" providerId="LiveId" clId="{E4DF3256-23C1-4E8A-9D40-4E75BCDE1125}" dt="2026-02-02T07:49:12.165" v="1048" actId="1076"/>
          <ac:spMkLst>
            <pc:docMk/>
            <pc:sldMk cId="1283076790" sldId="289"/>
            <ac:spMk id="3" creationId="{8BDD0553-6B22-E35C-D2DF-B97CF3759BE2}"/>
          </ac:spMkLst>
        </pc:spChg>
        <pc:spChg chg="add mod">
          <ac:chgData name="Bharath Bharath" userId="e4845cb436bf9c0e" providerId="LiveId" clId="{E4DF3256-23C1-4E8A-9D40-4E75BCDE1125}" dt="2026-02-02T02:45:30.602" v="799" actId="123"/>
          <ac:spMkLst>
            <pc:docMk/>
            <pc:sldMk cId="1283076790" sldId="289"/>
            <ac:spMk id="8" creationId="{EB30C1DC-D2C5-9835-7698-524C02F68C53}"/>
          </ac:spMkLst>
        </pc:spChg>
        <pc:spChg chg="add del mod">
          <ac:chgData name="Bharath Bharath" userId="e4845cb436bf9c0e" providerId="LiveId" clId="{E4DF3256-23C1-4E8A-9D40-4E75BCDE1125}" dt="2026-02-02T02:44:41.553" v="788"/>
          <ac:spMkLst>
            <pc:docMk/>
            <pc:sldMk cId="1283076790" sldId="289"/>
            <ac:spMk id="9" creationId="{15AABA73-B42E-5545-93DE-007119BD3C3E}"/>
          </ac:spMkLst>
        </pc:spChg>
      </pc:sldChg>
      <pc:sldChg chg="addSp delSp modSp add mod">
        <pc:chgData name="Bharath Bharath" userId="e4845cb436bf9c0e" providerId="LiveId" clId="{E4DF3256-23C1-4E8A-9D40-4E75BCDE1125}" dt="2026-02-02T09:31:03.191" v="1109" actId="21"/>
        <pc:sldMkLst>
          <pc:docMk/>
          <pc:sldMk cId="1468333398" sldId="290"/>
        </pc:sldMkLst>
        <pc:spChg chg="add del mod">
          <ac:chgData name="Bharath Bharath" userId="e4845cb436bf9c0e" providerId="LiveId" clId="{E4DF3256-23C1-4E8A-9D40-4E75BCDE1125}" dt="2026-02-02T05:43:44.840" v="857"/>
          <ac:spMkLst>
            <pc:docMk/>
            <pc:sldMk cId="1468333398" sldId="290"/>
            <ac:spMk id="2" creationId="{4AC28AE5-5F0B-EB4E-C449-6AE94ABCBB36}"/>
          </ac:spMkLst>
        </pc:spChg>
        <pc:spChg chg="mod">
          <ac:chgData name="Bharath Bharath" userId="e4845cb436bf9c0e" providerId="LiveId" clId="{E4DF3256-23C1-4E8A-9D40-4E75BCDE1125}" dt="2026-02-02T02:46:14.669" v="838" actId="20577"/>
          <ac:spMkLst>
            <pc:docMk/>
            <pc:sldMk cId="1468333398" sldId="290"/>
            <ac:spMk id="3" creationId="{AD3850F7-B7A6-EEEB-DA92-D4714C950A54}"/>
          </ac:spMkLst>
        </pc:spChg>
        <pc:spChg chg="add del mod">
          <ac:chgData name="Bharath Bharath" userId="e4845cb436bf9c0e" providerId="LiveId" clId="{E4DF3256-23C1-4E8A-9D40-4E75BCDE1125}" dt="2026-02-02T05:06:01.875" v="845"/>
          <ac:spMkLst>
            <pc:docMk/>
            <pc:sldMk cId="1468333398" sldId="290"/>
            <ac:spMk id="7" creationId="{D1452E5A-DB77-8350-6CC7-7EF20B5BECCE}"/>
          </ac:spMkLst>
        </pc:spChg>
        <pc:spChg chg="del mod">
          <ac:chgData name="Bharath Bharath" userId="e4845cb436bf9c0e" providerId="LiveId" clId="{E4DF3256-23C1-4E8A-9D40-4E75BCDE1125}" dt="2026-02-02T05:06:01.878" v="847"/>
          <ac:spMkLst>
            <pc:docMk/>
            <pc:sldMk cId="1468333398" sldId="290"/>
            <ac:spMk id="9" creationId="{41D7C333-11EA-80D9-1A60-8C24F21E9655}"/>
          </ac:spMkLst>
        </pc:spChg>
        <pc:spChg chg="add del mod">
          <ac:chgData name="Bharath Bharath" userId="e4845cb436bf9c0e" providerId="LiveId" clId="{E4DF3256-23C1-4E8A-9D40-4E75BCDE1125}" dt="2026-02-02T05:06:01.879" v="849"/>
          <ac:spMkLst>
            <pc:docMk/>
            <pc:sldMk cId="1468333398" sldId="290"/>
            <ac:spMk id="10" creationId="{B02FA4FC-FF99-AEA2-CA27-A10D1A074B84}"/>
          </ac:spMkLst>
        </pc:spChg>
        <pc:spChg chg="add mod">
          <ac:chgData name="Bharath Bharath" userId="e4845cb436bf9c0e" providerId="LiveId" clId="{E4DF3256-23C1-4E8A-9D40-4E75BCDE1125}" dt="2026-02-02T09:31:03.191" v="1109" actId="21"/>
          <ac:spMkLst>
            <pc:docMk/>
            <pc:sldMk cId="1468333398" sldId="290"/>
            <ac:spMk id="11" creationId="{078C8E31-8DCF-CD00-22D7-238BCB946C60}"/>
          </ac:spMkLst>
        </pc:spChg>
        <pc:spChg chg="add del mod">
          <ac:chgData name="Bharath Bharath" userId="e4845cb436bf9c0e" providerId="LiveId" clId="{E4DF3256-23C1-4E8A-9D40-4E75BCDE1125}" dt="2026-02-02T05:06:01.880" v="853"/>
          <ac:spMkLst>
            <pc:docMk/>
            <pc:sldMk cId="1468333398" sldId="290"/>
            <ac:spMk id="12" creationId="{F0205C32-E1BD-DA2B-7BFD-40BC18EF3892}"/>
          </ac:spMkLst>
        </pc:spChg>
        <pc:spChg chg="add del mod">
          <ac:chgData name="Bharath Bharath" userId="e4845cb436bf9c0e" providerId="LiveId" clId="{E4DF3256-23C1-4E8A-9D40-4E75BCDE1125}" dt="2026-02-02T05:06:01.879" v="851"/>
          <ac:spMkLst>
            <pc:docMk/>
            <pc:sldMk cId="1468333398" sldId="290"/>
            <ac:spMk id="14" creationId="{BD6406FA-878A-5129-B5CF-03C164CF652C}"/>
          </ac:spMkLst>
        </pc:spChg>
        <pc:picChg chg="add mod">
          <ac:chgData name="Bharath Bharath" userId="e4845cb436bf9c0e" providerId="LiveId" clId="{E4DF3256-23C1-4E8A-9D40-4E75BCDE1125}" dt="2026-02-02T05:49:31.725" v="870"/>
          <ac:picMkLst>
            <pc:docMk/>
            <pc:sldMk cId="1468333398" sldId="290"/>
            <ac:picMk id="15" creationId="{7B32FBB8-A417-E998-7491-D93CDEFA34C7}"/>
          </ac:picMkLst>
        </pc:picChg>
      </pc:sldChg>
      <pc:sldChg chg="addSp delSp modSp add mod">
        <pc:chgData name="Bharath Bharath" userId="e4845cb436bf9c0e" providerId="LiveId" clId="{E4DF3256-23C1-4E8A-9D40-4E75BCDE1125}" dt="2026-02-02T06:22:54.880" v="1018" actId="1076"/>
        <pc:sldMkLst>
          <pc:docMk/>
          <pc:sldMk cId="87688523" sldId="291"/>
        </pc:sldMkLst>
        <pc:spChg chg="add del mod">
          <ac:chgData name="Bharath Bharath" userId="e4845cb436bf9c0e" providerId="LiveId" clId="{E4DF3256-23C1-4E8A-9D40-4E75BCDE1125}" dt="2026-02-02T06:14:25.905" v="969"/>
          <ac:spMkLst>
            <pc:docMk/>
            <pc:sldMk cId="87688523" sldId="291"/>
            <ac:spMk id="2" creationId="{B473DEF4-6F1E-06BD-6E1E-AED82230B563}"/>
          </ac:spMkLst>
        </pc:spChg>
        <pc:spChg chg="mod">
          <ac:chgData name="Bharath Bharath" userId="e4845cb436bf9c0e" providerId="LiveId" clId="{E4DF3256-23C1-4E8A-9D40-4E75BCDE1125}" dt="2026-02-02T06:22:54.880" v="1018" actId="1076"/>
          <ac:spMkLst>
            <pc:docMk/>
            <pc:sldMk cId="87688523" sldId="291"/>
            <ac:spMk id="4" creationId="{2907EF63-DFEA-F120-F6C0-E22A9CF7F130}"/>
          </ac:spMkLst>
        </pc:spChg>
        <pc:spChg chg="add mod">
          <ac:chgData name="Bharath Bharath" userId="e4845cb436bf9c0e" providerId="LiveId" clId="{E4DF3256-23C1-4E8A-9D40-4E75BCDE1125}" dt="2026-02-02T06:15:40.869" v="986" actId="14100"/>
          <ac:spMkLst>
            <pc:docMk/>
            <pc:sldMk cId="87688523" sldId="291"/>
            <ac:spMk id="5" creationId="{3A15F18A-DA4E-D3DB-C2BE-84535EDB6579}"/>
          </ac:spMkLst>
        </pc:spChg>
        <pc:picChg chg="add mod">
          <ac:chgData name="Bharath Bharath" userId="e4845cb436bf9c0e" providerId="LiveId" clId="{E4DF3256-23C1-4E8A-9D40-4E75BCDE1125}" dt="2026-02-02T06:15:46.770" v="988" actId="1076"/>
          <ac:picMkLst>
            <pc:docMk/>
            <pc:sldMk cId="87688523" sldId="291"/>
            <ac:picMk id="11" creationId="{2B96BC20-46BF-6F2F-254E-D891E2D60CA1}"/>
          </ac:picMkLst>
        </pc:picChg>
        <pc:picChg chg="add mod">
          <ac:chgData name="Bharath Bharath" userId="e4845cb436bf9c0e" providerId="LiveId" clId="{E4DF3256-23C1-4E8A-9D40-4E75BCDE1125}" dt="2026-02-02T06:16:44.743" v="993" actId="14100"/>
          <ac:picMkLst>
            <pc:docMk/>
            <pc:sldMk cId="87688523" sldId="291"/>
            <ac:picMk id="13" creationId="{B7190DA1-EDD9-1598-6ED6-7C2B17681073}"/>
          </ac:picMkLst>
        </pc:picChg>
      </pc:sldChg>
      <pc:sldChg chg="addSp delSp modSp add del mod">
        <pc:chgData name="Bharath Bharath" userId="e4845cb436bf9c0e" providerId="LiveId" clId="{E4DF3256-23C1-4E8A-9D40-4E75BCDE1125}" dt="2026-02-02T05:49:20.562" v="868" actId="47"/>
        <pc:sldMkLst>
          <pc:docMk/>
          <pc:sldMk cId="1121646202" sldId="291"/>
        </pc:sldMkLst>
      </pc:sldChg>
      <pc:sldChg chg="modSp add del mod">
        <pc:chgData name="Bharath Bharath" userId="e4845cb436bf9c0e" providerId="LiveId" clId="{E4DF3256-23C1-4E8A-9D40-4E75BCDE1125}" dt="2026-02-02T06:06:40.422" v="963" actId="47"/>
        <pc:sldMkLst>
          <pc:docMk/>
          <pc:sldMk cId="832609590" sldId="292"/>
        </pc:sldMkLst>
        <pc:spChg chg="mod">
          <ac:chgData name="Bharath Bharath" userId="e4845cb436bf9c0e" providerId="LiveId" clId="{E4DF3256-23C1-4E8A-9D40-4E75BCDE1125}" dt="2026-02-02T05:53:10.771" v="931" actId="20577"/>
          <ac:spMkLst>
            <pc:docMk/>
            <pc:sldMk cId="832609590" sldId="292"/>
            <ac:spMk id="4" creationId="{49B2ADC5-E1EE-3800-C7F2-C3746A692A02}"/>
          </ac:spMkLst>
        </pc:spChg>
      </pc:sldChg>
      <pc:sldChg chg="addSp delSp modSp add mod ord">
        <pc:chgData name="Bharath Bharath" userId="e4845cb436bf9c0e" providerId="LiveId" clId="{E4DF3256-23C1-4E8A-9D40-4E75BCDE1125}" dt="2026-02-02T07:50:29.695" v="1059" actId="1076"/>
        <pc:sldMkLst>
          <pc:docMk/>
          <pc:sldMk cId="3199185532" sldId="292"/>
        </pc:sldMkLst>
        <pc:spChg chg="mod">
          <ac:chgData name="Bharath Bharath" userId="e4845cb436bf9c0e" providerId="LiveId" clId="{E4DF3256-23C1-4E8A-9D40-4E75BCDE1125}" dt="2026-02-02T07:49:04.899" v="1046" actId="1076"/>
          <ac:spMkLst>
            <pc:docMk/>
            <pc:sldMk cId="3199185532" sldId="292"/>
            <ac:spMk id="2" creationId="{33A77542-747F-A587-1572-04A0E327C239}"/>
          </ac:spMkLst>
        </pc:spChg>
        <pc:spChg chg="add del mod">
          <ac:chgData name="Bharath Bharath" userId="e4845cb436bf9c0e" providerId="LiveId" clId="{E4DF3256-23C1-4E8A-9D40-4E75BCDE1125}" dt="2026-02-02T07:49:35.772" v="1052"/>
          <ac:spMkLst>
            <pc:docMk/>
            <pc:sldMk cId="3199185532" sldId="292"/>
            <ac:spMk id="3" creationId="{939FFCC0-D844-ECC2-FAE9-A2A194C79867}"/>
          </ac:spMkLst>
        </pc:spChg>
        <pc:spChg chg="add mod">
          <ac:chgData name="Bharath Bharath" userId="e4845cb436bf9c0e" providerId="LiveId" clId="{E4DF3256-23C1-4E8A-9D40-4E75BCDE1125}" dt="2026-02-02T07:50:29.695" v="1059" actId="1076"/>
          <ac:spMkLst>
            <pc:docMk/>
            <pc:sldMk cId="3199185532" sldId="292"/>
            <ac:spMk id="8" creationId="{85220C30-D6F1-F07B-B839-57DCBE25E899}"/>
          </ac:spMkLst>
        </pc:spChg>
        <pc:picChg chg="del">
          <ac:chgData name="Bharath Bharath" userId="e4845cb436bf9c0e" providerId="LiveId" clId="{E4DF3256-23C1-4E8A-9D40-4E75BCDE1125}" dt="2026-02-02T07:49:06.089" v="1047" actId="478"/>
          <ac:picMkLst>
            <pc:docMk/>
            <pc:sldMk cId="3199185532" sldId="292"/>
            <ac:picMk id="7" creationId="{46C3F014-2132-3658-40C2-D845302B17A6}"/>
          </ac:picMkLst>
        </pc:picChg>
      </pc:sldChg>
      <pc:sldChg chg="addSp delSp modSp add mod ord">
        <pc:chgData name="Bharath Bharath" userId="e4845cb436bf9c0e" providerId="LiveId" clId="{E4DF3256-23C1-4E8A-9D40-4E75BCDE1125}" dt="2026-02-02T08:38:54.769" v="1093" actId="1076"/>
        <pc:sldMkLst>
          <pc:docMk/>
          <pc:sldMk cId="2371230351" sldId="293"/>
        </pc:sldMkLst>
        <pc:spChg chg="mod">
          <ac:chgData name="Bharath Bharath" userId="e4845cb436bf9c0e" providerId="LiveId" clId="{E4DF3256-23C1-4E8A-9D40-4E75BCDE1125}" dt="2026-02-02T08:35:06.082" v="1069" actId="2711"/>
          <ac:spMkLst>
            <pc:docMk/>
            <pc:sldMk cId="2371230351" sldId="293"/>
            <ac:spMk id="2" creationId="{EE8E9481-949B-74FC-1F5D-324CADA148C4}"/>
          </ac:spMkLst>
        </pc:spChg>
        <pc:spChg chg="add mod">
          <ac:chgData name="Bharath Bharath" userId="e4845cb436bf9c0e" providerId="LiveId" clId="{E4DF3256-23C1-4E8A-9D40-4E75BCDE1125}" dt="2026-02-02T08:38:46.255" v="1091" actId="14100"/>
          <ac:spMkLst>
            <pc:docMk/>
            <pc:sldMk cId="2371230351" sldId="293"/>
            <ac:spMk id="6" creationId="{459137CA-9A58-5356-E0CD-F99BA24E8D61}"/>
          </ac:spMkLst>
        </pc:spChg>
        <pc:spChg chg="add del">
          <ac:chgData name="Bharath Bharath" userId="e4845cb436bf9c0e" providerId="LiveId" clId="{E4DF3256-23C1-4E8A-9D40-4E75BCDE1125}" dt="2026-02-02T08:38:08.960" v="1084" actId="22"/>
          <ac:spMkLst>
            <pc:docMk/>
            <pc:sldMk cId="2371230351" sldId="293"/>
            <ac:spMk id="7" creationId="{CE374BF4-E68D-8BE5-FE56-57FD9395FD26}"/>
          </ac:spMkLst>
        </pc:spChg>
        <pc:spChg chg="add mod">
          <ac:chgData name="Bharath Bharath" userId="e4845cb436bf9c0e" providerId="LiveId" clId="{E4DF3256-23C1-4E8A-9D40-4E75BCDE1125}" dt="2026-02-02T08:38:54.769" v="1093" actId="1076"/>
          <ac:spMkLst>
            <pc:docMk/>
            <pc:sldMk cId="2371230351" sldId="293"/>
            <ac:spMk id="9" creationId="{8276FB16-18EF-6A3A-149D-B5D99CEA03CF}"/>
          </ac:spMkLst>
        </pc:spChg>
        <pc:picChg chg="del">
          <ac:chgData name="Bharath Bharath" userId="e4845cb436bf9c0e" providerId="LiveId" clId="{E4DF3256-23C1-4E8A-9D40-4E75BCDE1125}" dt="2026-02-02T08:34:47.992" v="1064" actId="478"/>
          <ac:picMkLst>
            <pc:docMk/>
            <pc:sldMk cId="2371230351" sldId="293"/>
            <ac:picMk id="7" creationId="{B7A1FE4A-C350-3EF3-84F2-07D2C38BE447}"/>
          </ac:picMkLst>
        </pc:picChg>
        <pc:picChg chg="add mod">
          <ac:chgData name="Bharath Bharath" userId="e4845cb436bf9c0e" providerId="LiveId" clId="{E4DF3256-23C1-4E8A-9D40-4E75BCDE1125}" dt="2026-02-02T08:38:36.601" v="1089" actId="1076"/>
          <ac:picMkLst>
            <pc:docMk/>
            <pc:sldMk cId="2371230351" sldId="293"/>
            <ac:picMk id="1026" creationId="{E449F867-C4E4-ACE1-C4E0-BB3D1EDF2401}"/>
          </ac:picMkLst>
        </pc:picChg>
      </pc:sldChg>
      <pc:sldChg chg="add del">
        <pc:chgData name="Bharath Bharath" userId="e4845cb436bf9c0e" providerId="LiveId" clId="{E4DF3256-23C1-4E8A-9D40-4E75BCDE1125}" dt="2026-02-02T08:34:44.588" v="1063"/>
        <pc:sldMkLst>
          <pc:docMk/>
          <pc:sldMk cId="2039074842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BD8C-144E-414E-3876-13B170E02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9A348-14E4-0347-4BE6-FAA5D5C41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E666C-9639-ECB6-FAD4-87184A4D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C380-DAEE-A1DD-C68F-1B2F57C1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1246-A335-C12E-187D-8D38C2DA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9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487-07A1-22B3-064A-0CC03B0C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92AA1-AA71-CB79-CDA6-C17F90BA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BB6E1-D78F-CD07-C3C6-2541BE98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B18A5-E47E-5A03-5539-F2895206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77758-331A-4FF2-BF24-6E0448B0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7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CBD3-6E77-BFF5-E309-F2C163CA4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E7403-766E-A022-6DD0-2C8A149B3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FCA26-4A3F-D80F-0B39-8C30E013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DC63A-5580-8EB5-B03F-100D0859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6271-09B0-7B24-BDFC-00B2FDB2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7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9258-BD28-91D5-D3E6-AAB32736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410F-8888-B8D1-B32E-94A2FBF8F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8DD30-FA0F-44C3-0795-C3B068970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58DAE-7C86-CA68-6B37-45166FFF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AD1ED-10A5-B437-AE5B-6ACAC4CA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2DA9-F78A-6DFC-B700-06E857DE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55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83A6-D8EC-80AA-F6F4-6435D296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7C23B-D931-1DB3-86EA-7BB731CE4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3EE0A-5AEF-31F5-B719-E0E937633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78108-0E0B-CE42-64F7-A7EBD4C4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04046-CBAC-CC40-C526-CD6266C3D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ACAF2-E1B8-6559-1B2B-A10967B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2DB2A-2B80-5DD6-79CE-C332E41A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20A24-C63B-6B09-BB4D-362EFCBB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31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B4C9-63AE-980E-7C23-1DD4AB38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BDAE0-870E-244C-0CE9-33C8AF7E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182B2-B2DD-FD9F-B0B5-6412E9CC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3EC1E-4358-DAA9-985B-A7A2301A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7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8DD81-4BFB-6B91-4581-B1C51378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AE47D-E295-0040-C91C-B6027908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DA418-0D41-0752-D484-FAC2572F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8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82D9-075A-7110-5B91-0670825A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C7089-6533-FDE0-6C8D-783803B18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52E46-77EB-6D8B-0739-1BE101B76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83E9-91E0-739B-E70A-D49FA1B4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083C3-1F9F-0D44-C9C8-1267AA29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750A4-4FEE-E5D4-B542-E4C2FA63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5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DFDE-BC96-8282-0909-D191A40B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432FB-9792-037D-EF68-3F0E75CDF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FEBFD-962E-7FE3-2608-A32E6B5B4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C95FC-84F9-6DC4-83B0-77E7B25B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584DC-E828-3108-F636-1765B6E0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C064-D166-891C-3783-D91E1D57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46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08D3-07C5-66EB-C07B-F6568EFE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EE639-923C-BF1F-101B-A317F5C7A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362D-59A5-8034-3455-9E343431F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E2B8-74EE-BE9C-89D5-9617A2FB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16B5-6A9C-92D5-97A5-A4197C8F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0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66E0D2-800A-D4B6-1E7C-8187CBE10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D4360-E9FC-19BE-53ED-95AB913AE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2791-9936-6315-E0BB-EE93DDED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D486-A49C-AA2D-18AB-A40313D8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A83D-6029-7536-3033-136E0234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45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5F7B7-6ECB-B073-50A7-8054A1A4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C78DF-042B-2801-B881-6BB2AB8F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5A9B3-E53D-F7D7-5EFE-F47A27BA4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675B8-AD53-468A-A416-F32038A1AB9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8B4E6-692A-3228-2128-926A562EA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DEE06-293B-310A-DC6C-647F3D89A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0E318-52EB-4062-97DA-05EFB2514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0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C366C9-E5E1-916F-2573-D2C531AE791B}"/>
              </a:ext>
            </a:extLst>
          </p:cNvPr>
          <p:cNvSpPr txBox="1">
            <a:spLocks/>
          </p:cNvSpPr>
          <p:nvPr/>
        </p:nvSpPr>
        <p:spPr>
          <a:xfrm>
            <a:off x="914400" y="2586799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Sales and Customer Analytics Using Data Visualization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06EB7B2-5411-874C-2548-264E7638E070}"/>
              </a:ext>
            </a:extLst>
          </p:cNvPr>
          <p:cNvSpPr txBox="1">
            <a:spLocks/>
          </p:cNvSpPr>
          <p:nvPr/>
        </p:nvSpPr>
        <p:spPr>
          <a:xfrm>
            <a:off x="670560" y="4923273"/>
            <a:ext cx="6207759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</a:t>
            </a:r>
            <a:r>
              <a:rPr lang="en-IN" sz="18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.Bharath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(192424421)</a:t>
            </a:r>
          </a:p>
          <a:p>
            <a:pPr algn="l"/>
            <a: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M.Loganath(192424399)</a:t>
            </a: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DBA76-F78C-873B-E330-E3EE6F6E564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3157" y="28059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121EB3-E3CC-5EE4-CA0C-D8FE35691D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9450" y="23991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E52ECA-58E8-A309-4CCE-6957D307FF71}"/>
              </a:ext>
            </a:extLst>
          </p:cNvPr>
          <p:cNvSpPr txBox="1"/>
          <p:nvPr/>
        </p:nvSpPr>
        <p:spPr>
          <a:xfrm>
            <a:off x="7546784" y="4932902"/>
            <a:ext cx="336572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it-IT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Kumaragurubaran.T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Senthilvadivu.S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F2B45-84F1-185F-3FB6-49A762F98A3F}"/>
              </a:ext>
            </a:extLst>
          </p:cNvPr>
          <p:cNvSpPr txBox="1"/>
          <p:nvPr/>
        </p:nvSpPr>
        <p:spPr>
          <a:xfrm>
            <a:off x="1540565" y="447261"/>
            <a:ext cx="8706678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DSA04613- DATA HANDLING AND VISUALIZATION OF DATA ANALYTICS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A24AE-503A-A6C6-8DA7-D8E36405B307}"/>
              </a:ext>
            </a:extLst>
          </p:cNvPr>
          <p:cNvSpPr txBox="1"/>
          <p:nvPr/>
        </p:nvSpPr>
        <p:spPr>
          <a:xfrm>
            <a:off x="2628360" y="2609227"/>
            <a:ext cx="6202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CAPSTONE PROJECT  ON</a:t>
            </a:r>
            <a:endParaRPr lang="en-IN" sz="30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EF4EF58-E142-CC96-8B0D-9B58B25F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7124700" cy="0"/>
          </a:xfrm>
          <a:prstGeom prst="rect">
            <a:avLst/>
          </a:prstGeom>
          <a:solidFill>
            <a:srgbClr val="EF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CF97E5D-389F-2D14-C18A-50AD9400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92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30D1-21BF-0AAF-EC70-0700AD9E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2BDBA4-CD0F-B41C-5B5A-08DA75605403}"/>
              </a:ext>
            </a:extLst>
          </p:cNvPr>
          <p:cNvSpPr txBox="1">
            <a:spLocks/>
          </p:cNvSpPr>
          <p:nvPr/>
        </p:nvSpPr>
        <p:spPr>
          <a:xfrm>
            <a:off x="3539131" y="283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C3B3E-9257-B26A-B53C-3C5BC2BABE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627" y="347804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8CE60F-696A-1297-7928-4EB3D05AFBE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259" y="36561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DD0553-6B22-E35C-D2DF-B97CF3759BE2}"/>
              </a:ext>
            </a:extLst>
          </p:cNvPr>
          <p:cNvSpPr txBox="1"/>
          <p:nvPr/>
        </p:nvSpPr>
        <p:spPr>
          <a:xfrm>
            <a:off x="1848811" y="522893"/>
            <a:ext cx="7990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INTRODUCTION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0C1DC-D2C5-9835-7698-524C02F68C53}"/>
              </a:ext>
            </a:extLst>
          </p:cNvPr>
          <p:cNvSpPr txBox="1"/>
          <p:nvPr/>
        </p:nvSpPr>
        <p:spPr>
          <a:xfrm>
            <a:off x="1095185" y="2078891"/>
            <a:ext cx="949820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businesses generate huge volumes of sales and customer data daily.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 is often incomplete, inconsistent, and unstructured, requiring proper data handling.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includes data collection, cleaning, preprocessing, and transformation.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well-structured data improves the accuracy of analysis and visualization.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converts complex data into simple and meaningful graphical formats.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tools help in identifying sales trends, customer behavior, and product performance.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Charts such as bar charts, line graphs, histograms, and heatmaps are used for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supports quick understanding and better decision-making.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07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BA8C-97D8-C2CA-B325-2252DDCD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7F6346-DB22-62BB-9D6F-AEAC437831D9}"/>
              </a:ext>
            </a:extLst>
          </p:cNvPr>
          <p:cNvSpPr txBox="1">
            <a:spLocks/>
          </p:cNvSpPr>
          <p:nvPr/>
        </p:nvSpPr>
        <p:spPr>
          <a:xfrm>
            <a:off x="3539131" y="283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1ADBB-FFBC-34AB-930D-2559569C2C9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627" y="347804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9743F-CC62-DB6D-745F-F3340E3AA42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259" y="36561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3850F7-B7A6-EEEB-DA92-D4714C950A54}"/>
              </a:ext>
            </a:extLst>
          </p:cNvPr>
          <p:cNvSpPr txBox="1"/>
          <p:nvPr/>
        </p:nvSpPr>
        <p:spPr>
          <a:xfrm>
            <a:off x="527627" y="653521"/>
            <a:ext cx="7990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PROBLEM SATEMENT 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C8E31-8DCF-CD00-22D7-238BCB946C60}"/>
              </a:ext>
            </a:extLst>
          </p:cNvPr>
          <p:cNvSpPr txBox="1"/>
          <p:nvPr/>
        </p:nvSpPr>
        <p:spPr>
          <a:xfrm>
            <a:off x="1152211" y="1790984"/>
            <a:ext cx="9887578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businesses generate large volumes of time-series sales and customer data, which is difficult to manage and analyze efficiently.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data is often scattered, incomplete, and inconsistent, leading to unreliable analysis and decisions.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challenges in tracking sales trends over time and identifying seasonal growth or decline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clarity on top-performing products and regions, affecting strategic and inventory planning.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struggle to understand customer purchasing behavior, loyalty, and value, limiting targeted marketing efforts.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provide static reports, making it difficult to detect peak periods, anomalies, and generate real-time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46833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7B59-050C-580E-9878-EF0582CD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7542-747F-A587-1572-04A0E327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049" y="27746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A0669-F493-1DA6-470B-97DEE468C3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47" y="34780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7F5A78-4628-0512-9E71-A79E3FA2422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873" y="48274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220C30-D6F1-F07B-B839-57DCBE25E899}"/>
              </a:ext>
            </a:extLst>
          </p:cNvPr>
          <p:cNvSpPr txBox="1"/>
          <p:nvPr/>
        </p:nvSpPr>
        <p:spPr>
          <a:xfrm>
            <a:off x="898014" y="1895964"/>
            <a:ext cx="995791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from reliable sources such as CSV files, databases, and online datasets to ensure accuracy and consistency.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is performed to handle missing values, remove duplicate records, and correct inconsistent or incorrect entries.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includes converting date formats, standardizing numerical values, and encoding categorical variables for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transformed by aggregating records on daily, monthly, or yearly levels to support trend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derived features such as total sales, sales growth percentage, and average order value are calculated.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is stored in a clean, structured, and analysis-ready format for effective visualization and dashboard creation.</a:t>
            </a:r>
          </a:p>
        </p:txBody>
      </p:sp>
    </p:spTree>
    <p:extLst>
      <p:ext uri="{BB962C8B-B14F-4D97-AF65-F5344CB8AC3E}">
        <p14:creationId xmlns:p14="http://schemas.microsoft.com/office/powerpoint/2010/main" val="319918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FBF2-3BF2-8568-19DA-72DA87E8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4DA8-EBAF-DAC4-33DB-33086A36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632" y="34780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107EF-259E-DD4C-057C-533F21F7114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47" y="34780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0A8C43-147F-76B6-303D-64E1AEBAD4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873" y="48274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461639-EDC8-E4AC-8273-49839EF37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049" y="1352150"/>
            <a:ext cx="3933659" cy="5505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717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3DB17-61F6-A64F-4ECE-4242C0EC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3B1B88-CB81-6090-89FB-E6075AC53190}"/>
              </a:ext>
            </a:extLst>
          </p:cNvPr>
          <p:cNvSpPr txBox="1">
            <a:spLocks/>
          </p:cNvSpPr>
          <p:nvPr/>
        </p:nvSpPr>
        <p:spPr>
          <a:xfrm>
            <a:off x="1953349" y="641111"/>
            <a:ext cx="8252792" cy="5593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1:SALES &amp; CUSTOMER DATA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29CA4-E0B4-5B11-A5D5-443B444BAA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5708" y="228781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D5AFD-BDC7-9D55-605C-5B227815A1D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665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CD0D9196-CA1B-9283-D6CF-A6DD0CAA2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682ADC0C-D44F-C397-632E-FC150B15F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6" descr="Image of ">
            <a:extLst>
              <a:ext uri="{FF2B5EF4-FFF2-40B4-BE49-F238E27FC236}">
                <a16:creationId xmlns:a16="http://schemas.microsoft.com/office/drawing/2014/main" id="{2768B9FA-8C93-323B-5D75-0D0209A14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3515E1-4C7B-F48A-459D-E87507877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55" y="1338756"/>
            <a:ext cx="3328571" cy="29717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D73273-6BC5-E5EB-18BF-EC08493C2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855" y="4147644"/>
            <a:ext cx="3328571" cy="274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9C4AF6C-4506-88CF-83A1-691742AB07A2}"/>
              </a:ext>
            </a:extLst>
          </p:cNvPr>
          <p:cNvSpPr txBox="1"/>
          <p:nvPr/>
        </p:nvSpPr>
        <p:spPr>
          <a:xfrm>
            <a:off x="374583" y="1901041"/>
            <a:ext cx="805318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integrates sales and customer transaction data from different time periods.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cleaning by removing duplicates and handling missing or invalid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consistency by standardizing formats such as date, region, product, and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into time-series structure for daily, monthly, and yearly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 customer data with sales data to understand buying patterns and loyalty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accuracy and reliability, enabling trustworthy analytics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Supplies clean and structured data for visual dashboards and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2546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6D2B7-4C65-4285-5FEA-0D336E1F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07EF63-DFEA-F120-F6C0-E22A9CF7F130}"/>
              </a:ext>
            </a:extLst>
          </p:cNvPr>
          <p:cNvSpPr txBox="1">
            <a:spLocks/>
          </p:cNvSpPr>
          <p:nvPr/>
        </p:nvSpPr>
        <p:spPr>
          <a:xfrm>
            <a:off x="1760825" y="438000"/>
            <a:ext cx="8958471" cy="9244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2:INTERACTIVE ANALYTICS DASHBOARD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4655F-56D5-ABC0-3D64-FBC712CE683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5708" y="228781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4C1E7-7B87-0294-5E8C-91737CAE90C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665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6576F4CB-718C-F860-A374-83644BF37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A5C38694-4D37-A86D-09FC-E248A9AFEC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6" descr="Image of ">
            <a:extLst>
              <a:ext uri="{FF2B5EF4-FFF2-40B4-BE49-F238E27FC236}">
                <a16:creationId xmlns:a16="http://schemas.microsoft.com/office/drawing/2014/main" id="{3FAD6000-EAFB-5067-DD83-89F71AEC55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5F18A-DA4E-D3DB-C2BE-84535EDB6579}"/>
              </a:ext>
            </a:extLst>
          </p:cNvPr>
          <p:cNvSpPr txBox="1"/>
          <p:nvPr/>
        </p:nvSpPr>
        <p:spPr>
          <a:xfrm>
            <a:off x="301488" y="1571665"/>
            <a:ext cx="813912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insights into sales, revenue, and customer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interactive and dynamic visualizations like charts, graphs, and heatmaps for easy data exploration.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filtering and segmentation by product, region, date, or customer type to focus on specific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critical metrics and KPIs such as total sales, top products, revenue growth, and average order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drill-down analysis to explore underlying data behind trends, spikes, or anomalies.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reporting by providing automated visual summaries for better planning and forecasting.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96BC20-46BF-6F2F-254E-D891E2D60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091" y="1585900"/>
            <a:ext cx="3906909" cy="26913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90DA1-EDD9-1598-6ED6-7C2B17681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091" y="4328616"/>
            <a:ext cx="3810831" cy="2400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68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8AD8-5E16-193A-12CF-91C4EA59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9481-949B-74FC-1F5D-324CADA1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632" y="34780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74B77-0829-7C2A-AC12-A84E03631A4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47" y="34780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3A3860-5828-E065-DDF9-CBD734374E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873" y="48274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137CA-9A58-5356-E0CD-F99BA24E8D61}"/>
              </a:ext>
            </a:extLst>
          </p:cNvPr>
          <p:cNvSpPr txBox="1"/>
          <p:nvPr/>
        </p:nvSpPr>
        <p:spPr>
          <a:xfrm>
            <a:off x="576013" y="1825625"/>
            <a:ext cx="10647996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sales data over time to understand overall trends and growth patterns.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seasonality and recurring patterns by examining daily, monthly, and yearly sales behavior.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peak and low sales periods to understand demand fluctuations over time.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product-wise and region-wise time-series analysis to compare performance across different time periods.</a:t>
            </a:r>
          </a:p>
        </p:txBody>
      </p:sp>
      <p:pic>
        <p:nvPicPr>
          <p:cNvPr id="1026" name="Picture 2" descr="What is Exploratory Data Analysis? [Steps &amp; Examples]">
            <a:extLst>
              <a:ext uri="{FF2B5EF4-FFF2-40B4-BE49-F238E27FC236}">
                <a16:creationId xmlns:a16="http://schemas.microsoft.com/office/drawing/2014/main" id="{E449F867-C4E4-ACE1-C4E0-BB3D1EDF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117" y="3828422"/>
            <a:ext cx="4433563" cy="302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76FB16-18EF-6A3A-149D-B5D99CEA03CF}"/>
              </a:ext>
            </a:extLst>
          </p:cNvPr>
          <p:cNvSpPr txBox="1"/>
          <p:nvPr/>
        </p:nvSpPr>
        <p:spPr>
          <a:xfrm>
            <a:off x="576013" y="3945693"/>
            <a:ext cx="6873072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outliers and anomalies such as sudden spikes or drops in sales that may indicate special events or data issues.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rolling statistics and moving averages to smooth fluctuations and observe long-term trends.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results helped in selecting appropriate visualization techniques and dashboard metrics.</a:t>
            </a:r>
          </a:p>
        </p:txBody>
      </p:sp>
    </p:spTree>
    <p:extLst>
      <p:ext uri="{BB962C8B-B14F-4D97-AF65-F5344CB8AC3E}">
        <p14:creationId xmlns:p14="http://schemas.microsoft.com/office/powerpoint/2010/main" val="237123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991B-4EF8-0CBC-F5CB-E46A509A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DD80-F0C6-4E90-D541-90C8C07E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243" y="26573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RESULT 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091DF-A82E-CAA5-650B-2286C6289D7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47" y="34780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5E7C4E-AB12-F971-A923-9067C4F7FC8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873" y="48274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9E3FD84-5730-7BDF-CC74-6961CDAFC9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7563" y="1834466"/>
            <a:ext cx="10104995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sales trends, seasonal peaks, high-performing products, and customer behavior patterns to support better business strategy.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informed decisions for marketing campaigns, inventory management, sales planning, and customer engagement.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reporting and analysis, saving time and ensuring accurate, consistent insights for stakeholders.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explore underlying data through filters and drill-downs to investigate anomalies or specific performance metrics.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Facilitates monitoring of KPIs and overall business health, supporting strategic planning and operational improvements.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adapted for different business needs, departments, and growing datasets, making it a long-term analytics solution.</a:t>
            </a:r>
          </a:p>
        </p:txBody>
      </p:sp>
    </p:spTree>
    <p:extLst>
      <p:ext uri="{BB962C8B-B14F-4D97-AF65-F5344CB8AC3E}">
        <p14:creationId xmlns:p14="http://schemas.microsoft.com/office/powerpoint/2010/main" val="268080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309C-EAC6-68FF-EA7C-AD593C0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5D6F-2967-FAA4-7A87-091CB022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243" y="26573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388AA-2E34-36A2-A8D6-85BE6D3249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47" y="34780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273971-D582-FC91-D787-DC255EB126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873" y="48274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9C435D0-CB36-0345-56AB-DC03BA48BB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449" y="1655189"/>
            <a:ext cx="10189028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predictive analytics using AI and machine learning to forecast sales, customer behavior, and demand patterns for smarter decision-making.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automated real-time alerts and recommendations for anomalies, stock shortages, or high-priority sales opportunities.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 dashboards for different users, departments, or roles to provide relevant insights instantly.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access to dashboards from anywhere via cloud platforms or mobile apps, supporting remote monitoring and collaboration.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data sources such as social media, CRM, ERP, and IoT devices for more comprehensive analysis.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natural language queries and AI suggestions to make insights more intuitive and actionable.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handle growing data volumes and incorporate advanced analytics for enterprise-level operations.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11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6C4DAB-24ED-0E3B-CDD7-55E6E7ECFF54}"/>
              </a:ext>
            </a:extLst>
          </p:cNvPr>
          <p:cNvSpPr/>
          <p:nvPr/>
        </p:nvSpPr>
        <p:spPr>
          <a:xfrm>
            <a:off x="1527351" y="1716738"/>
            <a:ext cx="18900950" cy="9276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076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957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METHODOLOGY</vt:lpstr>
      <vt:lpstr>SYSTEM ARCHITECTURE</vt:lpstr>
      <vt:lpstr>PowerPoint Presentation</vt:lpstr>
      <vt:lpstr>PowerPoint Presentation</vt:lpstr>
      <vt:lpstr>EXPLORATORY DATA ANALYSIS</vt:lpstr>
      <vt:lpstr>CONCLUSION AND RESULT 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Bharath</dc:creator>
  <cp:lastModifiedBy>Bharath Bharath</cp:lastModifiedBy>
  <cp:revision>2</cp:revision>
  <dcterms:created xsi:type="dcterms:W3CDTF">2025-12-26T15:33:06Z</dcterms:created>
  <dcterms:modified xsi:type="dcterms:W3CDTF">2026-02-02T10:08:29Z</dcterms:modified>
</cp:coreProperties>
</file>